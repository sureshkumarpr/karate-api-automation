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API Test Automation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4-Month Master's Project</a:t>
            </a:r>
          </a:p>
          <a:p>
            <a:r>
              <a:t>Divya.V – II MSc Computer Science</a:t>
            </a:r>
          </a:p>
          <a:p>
            <a:r>
              <a:t>Gobi Arts and Science College (Autonomous)</a:t>
            </a:r>
          </a:p>
          <a:p>
            <a:r>
              <a:t>Academic Year: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comprehensive API test automation suite using Karate framework.</a:t>
            </a:r>
          </a:p>
          <a:p>
            <a:r>
              <a:t>Objectives:</a:t>
            </a:r>
          </a:p>
          <a:p>
            <a:r>
              <a:t>• Design API test framework</a:t>
            </a:r>
          </a:p>
          <a:p>
            <a:r>
              <a:t>• Implement end-to-end e-commerce scenarios</a:t>
            </a:r>
          </a:p>
          <a:p>
            <a:r>
              <a:t>• Integrate performance testing</a:t>
            </a:r>
          </a:p>
          <a:p>
            <a:r>
              <a:t>• Establish CI/CD pipeline</a:t>
            </a:r>
          </a:p>
          <a:p>
            <a:r>
              <a:t>• Generate professional test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Coverage:</a:t>
            </a:r>
          </a:p>
          <a:p>
            <a:r>
              <a:t>• Authentication &amp; Authorization</a:t>
            </a:r>
          </a:p>
          <a:p>
            <a:r>
              <a:t>• Product Catalog</a:t>
            </a:r>
          </a:p>
          <a:p>
            <a:r>
              <a:t>• Shopping Cart</a:t>
            </a:r>
          </a:p>
          <a:p>
            <a:r>
              <a:t>• Checkout &amp; Orders</a:t>
            </a:r>
          </a:p>
          <a:p>
            <a:r>
              <a:t>• Performance Testing</a:t>
            </a:r>
          </a:p>
          <a:p/>
          <a:p>
            <a:r>
              <a:t>Technical Features:</a:t>
            </a:r>
          </a:p>
          <a:p>
            <a:r>
              <a:t>• REST API Testing</a:t>
            </a:r>
          </a:p>
          <a:p>
            <a:r>
              <a:t>• Data Driven Testing</a:t>
            </a:r>
          </a:p>
          <a:p>
            <a:r>
              <a:t>• Parallel Execution</a:t>
            </a:r>
          </a:p>
          <a:p>
            <a:r>
              <a:t>• Interactive Reports</a:t>
            </a:r>
          </a:p>
          <a:p>
            <a:r>
              <a:t>• CI/CD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Stack:</a:t>
            </a:r>
          </a:p>
          <a:p>
            <a:r>
              <a:t>• Karate Framework</a:t>
            </a:r>
          </a:p>
          <a:p>
            <a:r>
              <a:t>• Gatling Performance Testing</a:t>
            </a:r>
          </a:p>
          <a:p>
            <a:r>
              <a:t>• Maven Build Tool</a:t>
            </a:r>
          </a:p>
          <a:p>
            <a:r>
              <a:t>• JUnit Testing</a:t>
            </a:r>
          </a:p>
          <a:p>
            <a:r>
              <a:t>• GitHub Actions CI/CD</a:t>
            </a:r>
          </a:p>
          <a:p>
            <a:r>
              <a:t>• HTML + JSON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Components:</a:t>
            </a:r>
          </a:p>
          <a:p>
            <a:r>
              <a:t>• Feature files for API testing</a:t>
            </a:r>
          </a:p>
          <a:p>
            <a:r>
              <a:t>• Performance tests using Gatling</a:t>
            </a:r>
          </a:p>
          <a:p>
            <a:r>
              <a:t>• Test runners and configuration</a:t>
            </a:r>
          </a:p>
          <a:p>
            <a:r>
              <a:t>• GitHub workflows for automation</a:t>
            </a:r>
          </a:p>
          <a:p>
            <a:r>
              <a:t>• Maven project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Coverage:</a:t>
            </a:r>
          </a:p>
          <a:p>
            <a:r>
              <a:t>• User login validation</a:t>
            </a:r>
          </a:p>
          <a:p>
            <a:r>
              <a:t>• Token management</a:t>
            </a:r>
          </a:p>
          <a:p>
            <a:r>
              <a:t>• User registration</a:t>
            </a:r>
          </a:p>
          <a:p>
            <a:r>
              <a:t>• Password policies</a:t>
            </a:r>
          </a:p>
          <a:p>
            <a:r>
              <a:t>• Session management</a:t>
            </a:r>
          </a:p>
          <a:p/>
          <a:p>
            <a:r>
              <a:t>Results:</a:t>
            </a:r>
          </a:p>
          <a:p>
            <a:r>
              <a:t>• Pass Rate: 88%</a:t>
            </a:r>
          </a:p>
          <a:p>
            <a:r>
              <a:t>• Average Response Time: 1.8s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Catalog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Coverage:</a:t>
            </a:r>
          </a:p>
          <a:p>
            <a:r>
              <a:t>• Product listing</a:t>
            </a:r>
          </a:p>
          <a:p>
            <a:r>
              <a:t>• Search functionality</a:t>
            </a:r>
          </a:p>
          <a:p>
            <a:r>
              <a:t>• Category filtering</a:t>
            </a:r>
          </a:p>
          <a:p>
            <a:r>
              <a:t>• CRUD operations</a:t>
            </a:r>
          </a:p>
          <a:p/>
          <a:p>
            <a:r>
              <a:t>Results:</a:t>
            </a:r>
          </a:p>
          <a:p>
            <a:r>
              <a:t>• Pass Rate: 94%</a:t>
            </a:r>
          </a:p>
          <a:p>
            <a:r>
              <a:t>• Search Response Time: 0.05s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Shopping Cart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Coverage:</a:t>
            </a:r>
          </a:p>
          <a:p>
            <a:r>
              <a:t>• Add / update / remove items</a:t>
            </a:r>
          </a:p>
          <a:p>
            <a:r>
              <a:t>• Inventory validation</a:t>
            </a:r>
          </a:p>
          <a:p>
            <a:r>
              <a:t>• Cart persistence</a:t>
            </a:r>
          </a:p>
          <a:p>
            <a:r>
              <a:t>• Discount validation</a:t>
            </a:r>
          </a:p>
          <a:p/>
          <a:p>
            <a:r>
              <a:t>Results:</a:t>
            </a:r>
          </a:p>
          <a:p>
            <a:r>
              <a:t>• Pass Rate: 100%</a:t>
            </a:r>
          </a:p>
          <a:p>
            <a:r>
              <a:t>• Avg Time: 1.2s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Checkout &amp; Order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Coverage:</a:t>
            </a:r>
          </a:p>
          <a:p>
            <a:r>
              <a:t>• End-to-end checkout flow</a:t>
            </a:r>
          </a:p>
          <a:p>
            <a:r>
              <a:t>• Payment processing</a:t>
            </a:r>
          </a:p>
          <a:p>
            <a:r>
              <a:t>• Order creation and tracking</a:t>
            </a:r>
          </a:p>
          <a:p/>
          <a:p>
            <a:r>
              <a:t>Results:</a:t>
            </a:r>
          </a:p>
          <a:p>
            <a:r>
              <a:t>• Pass Rate: 85%</a:t>
            </a:r>
          </a:p>
          <a:p>
            <a:r>
              <a:t>• Avg Checkout Time: 3.5s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using Gatling.</a:t>
            </a:r>
          </a:p>
          <a:p/>
          <a:p>
            <a:r>
              <a:t>Metrics:</a:t>
            </a:r>
          </a:p>
          <a:p>
            <a:r>
              <a:t>• Up to 50 concurrent users</a:t>
            </a:r>
          </a:p>
          <a:p>
            <a:r>
              <a:t>• Average response &lt; 2 seconds</a:t>
            </a:r>
          </a:p>
          <a:p>
            <a:r>
              <a:t>• Throughput &gt; 15 requests/sec</a:t>
            </a:r>
          </a:p>
          <a:p>
            <a:r>
              <a:t>• Success rate &gt; 95%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</a:t>
            </a:r>
          </a:p>
          <a:p>
            <a:r>
              <a:t>• Interactive HTML dashboards</a:t>
            </a:r>
          </a:p>
          <a:p>
            <a:r>
              <a:t>• Filterable results</a:t>
            </a:r>
          </a:p>
          <a:p>
            <a:r>
              <a:t>• Visual charts</a:t>
            </a:r>
          </a:p>
          <a:p>
            <a:r>
              <a:t>• Step-by-step scenario execution</a:t>
            </a:r>
          </a:p>
          <a:p/>
          <a:p>
            <a:r>
              <a:t>Overall:</a:t>
            </a:r>
          </a:p>
          <a:p>
            <a:r>
              <a:t>• 52 scenarios</a:t>
            </a:r>
          </a:p>
          <a:p>
            <a:r>
              <a:t>• 94% success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Steps:</a:t>
            </a:r>
          </a:p>
          <a:p>
            <a:r>
              <a:t>• Code Commit</a:t>
            </a:r>
          </a:p>
          <a:p>
            <a:r>
              <a:t>• Maven Build</a:t>
            </a:r>
          </a:p>
          <a:p>
            <a:r>
              <a:t>• Karate Functional Tests</a:t>
            </a:r>
          </a:p>
          <a:p>
            <a:r>
              <a:t>• Gatling Performance Tests</a:t>
            </a:r>
          </a:p>
          <a:p>
            <a:r>
              <a:t>• Generate Reports</a:t>
            </a:r>
          </a:p>
          <a:p>
            <a:r>
              <a:t>• Failure Notifications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Software:</a:t>
            </a:r>
          </a:p>
          <a:p>
            <a:r>
              <a:t>• Java 17</a:t>
            </a:r>
          </a:p>
          <a:p>
            <a:r>
              <a:t>• Maven 3.9</a:t>
            </a:r>
          </a:p>
          <a:p>
            <a:r>
              <a:t>• Git 2.40+</a:t>
            </a:r>
          </a:p>
          <a:p>
            <a:r>
              <a:t>• Karate 1.4</a:t>
            </a:r>
          </a:p>
          <a:p>
            <a:r>
              <a:t>• Gatling 3.9</a:t>
            </a:r>
          </a:p>
          <a:p/>
          <a:p>
            <a:r>
              <a:t>Tools:</a:t>
            </a:r>
          </a:p>
          <a:p>
            <a:r>
              <a:t>• IntelliJ IDEA</a:t>
            </a:r>
          </a:p>
          <a:p>
            <a:r>
              <a:t>• VS Code</a:t>
            </a:r>
          </a:p>
          <a:p>
            <a:r>
              <a:t>• Chrome Browser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Clone repository</a:t>
            </a:r>
          </a:p>
          <a:p>
            <a:r>
              <a:t>2. Run mvn clean test</a:t>
            </a:r>
          </a:p>
          <a:p>
            <a:r>
              <a:t>3. Generate reports</a:t>
            </a:r>
          </a:p>
          <a:p>
            <a:r>
              <a:t>4. Execute performance tests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52 API test scenarios</a:t>
            </a:r>
          </a:p>
          <a:p>
            <a:r>
              <a:t>• 94% overall success rate</a:t>
            </a:r>
          </a:p>
          <a:p>
            <a:r>
              <a:t>• 4 tested modules</a:t>
            </a:r>
          </a:p>
          <a:p>
            <a:r>
              <a:t>• CI/CD automation implemented</a:t>
            </a:r>
          </a:p>
          <a:p>
            <a:r>
              <a:t>• Execution time ~4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Student: Divya.V</a:t>
            </a:r>
          </a:p>
          <a:p>
            <a:r>
              <a:t>Program: MSc Computer Science</a:t>
            </a:r>
          </a:p>
          <a:p>
            <a:r>
              <a:t>Institution: Gobi Arts and Science College</a:t>
            </a:r>
          </a:p>
          <a:p>
            <a:r>
              <a:t>Project Duration: 4 months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Unified functional + performance testing</a:t>
            </a:r>
          </a:p>
          <a:p>
            <a:r>
              <a:t>• Parallel execution</a:t>
            </a:r>
          </a:p>
          <a:p>
            <a:r>
              <a:t>• Interactive reporting</a:t>
            </a:r>
          </a:p>
          <a:p>
            <a:r>
              <a:t>• CI/CD automation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GraphQL &amp; WebSocket testing</a:t>
            </a:r>
          </a:p>
          <a:p>
            <a:r>
              <a:t>• AI based test optimization</a:t>
            </a:r>
          </a:p>
          <a:p>
            <a:r>
              <a:t>• Cloud integration</a:t>
            </a:r>
          </a:p>
          <a:p>
            <a:r>
              <a:t>• Security vulnerability scanning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Complete API automation framework</a:t>
            </a:r>
          </a:p>
          <a:p>
            <a:r>
              <a:t>• High test success rate</a:t>
            </a:r>
          </a:p>
          <a:p>
            <a:r>
              <a:t>• Integrated performance testing</a:t>
            </a:r>
          </a:p>
          <a:p>
            <a:r>
              <a:t>• CI/CD enabled automation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Thanks to:</a:t>
            </a:r>
          </a:p>
          <a:p>
            <a:r>
              <a:t>• Gobi Arts and Science College</a:t>
            </a:r>
          </a:p>
          <a:p>
            <a:r>
              <a:t>• Faculty mentors</a:t>
            </a:r>
          </a:p>
          <a:p>
            <a:r>
              <a:t>• Open source communities</a:t>
            </a:r>
          </a:p>
          <a:p>
            <a:r>
              <a:t>(Karate, Gatling, GitHub)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attention.</a:t>
            </a:r>
          </a:p>
          <a:p>
            <a:r>
              <a:t>Questions and discussions are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